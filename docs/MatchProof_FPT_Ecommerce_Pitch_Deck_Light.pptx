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76c22aea934c71" /><Relationship Type="http://schemas.openxmlformats.org/officeDocument/2006/relationships/extended-properties" Target="/docProps/app.xml" Id="Rb6c46befa9cd4383" /><Relationship Type="http://schemas.openxmlformats.org/officeDocument/2006/relationships/officeDocument" Target="/ppt/presentation.xml" Id="R2c74d1bc6ce64e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b36392eca94545"/>
  </p:sldMasterIdLst>
  <p:notesMasterIdLst>
    <p:notesMasterId xmlns:r="http://schemas.openxmlformats.org/officeDocument/2006/relationships" r:id="R80e22417992f47c9"/>
  </p:notesMasterIdLst>
  <p:sldIdLst>
    <p:sldId xmlns:r="http://schemas.openxmlformats.org/officeDocument/2006/relationships" id="256" r:id="Rc6a530cf74814994"/>
    <p:sldId xmlns:r="http://schemas.openxmlformats.org/officeDocument/2006/relationships" id="257" r:id="R27a3d3adc7b54df0"/>
    <p:sldId xmlns:r="http://schemas.openxmlformats.org/officeDocument/2006/relationships" id="258" r:id="R52bbde09a4a543e9"/>
    <p:sldId xmlns:r="http://schemas.openxmlformats.org/officeDocument/2006/relationships" id="259" r:id="R47b511c7322e4bd9"/>
    <p:sldId xmlns:r="http://schemas.openxmlformats.org/officeDocument/2006/relationships" id="260" r:id="R1baa1af0adf440f7"/>
    <p:sldId xmlns:r="http://schemas.openxmlformats.org/officeDocument/2006/relationships" id="261" r:id="R00e096498e214102"/>
    <p:sldId xmlns:r="http://schemas.openxmlformats.org/officeDocument/2006/relationships" id="262" r:id="Rf60fb349d35a4ca7"/>
    <p:sldId xmlns:r="http://schemas.openxmlformats.org/officeDocument/2006/relationships" id="263" r:id="Ra9183ba347df4c70"/>
    <p:sldId xmlns:r="http://schemas.openxmlformats.org/officeDocument/2006/relationships" id="264" r:id="Rc3476a77bacc45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07e3e990545d4" /><Relationship Type="http://schemas.openxmlformats.org/officeDocument/2006/relationships/slideMaster" Target="/ppt/slideMasters/slideMaster1.xml" Id="R68b36392eca94545" /><Relationship Type="http://schemas.openxmlformats.org/officeDocument/2006/relationships/notesMaster" Target="/ppt/notesMasters/notesMaster1.xml" Id="R80e22417992f47c9" /><Relationship Type="http://schemas.openxmlformats.org/officeDocument/2006/relationships/presProps" Target="/ppt/presProps.xml" Id="R4d48cd29e905483c" /><Relationship Type="http://schemas.openxmlformats.org/officeDocument/2006/relationships/tableStyles" Target="/ppt/tableStyles.xml" Id="R25ccae6a86be4e68" /><Relationship Type="http://schemas.openxmlformats.org/officeDocument/2006/relationships/slide" Target="/ppt/slides/slide1.xml" Id="Rc6a530cf74814994" /><Relationship Type="http://schemas.openxmlformats.org/officeDocument/2006/relationships/slide" Target="/ppt/slides/slide2.xml" Id="R27a3d3adc7b54df0" /><Relationship Type="http://schemas.openxmlformats.org/officeDocument/2006/relationships/slide" Target="/ppt/slides/slide3.xml" Id="R52bbde09a4a543e9" /><Relationship Type="http://schemas.openxmlformats.org/officeDocument/2006/relationships/slide" Target="/ppt/slides/slide4.xml" Id="R47b511c7322e4bd9" /><Relationship Type="http://schemas.openxmlformats.org/officeDocument/2006/relationships/slide" Target="/ppt/slides/slide5.xml" Id="R1baa1af0adf440f7" /><Relationship Type="http://schemas.openxmlformats.org/officeDocument/2006/relationships/slide" Target="/ppt/slides/slide6.xml" Id="R00e096498e214102" /><Relationship Type="http://schemas.openxmlformats.org/officeDocument/2006/relationships/slide" Target="/ppt/slides/slide7.xml" Id="Rf60fb349d35a4ca7" /><Relationship Type="http://schemas.openxmlformats.org/officeDocument/2006/relationships/slide" Target="/ppt/slides/slide8.xml" Id="Ra9183ba347df4c70" /><Relationship Type="http://schemas.openxmlformats.org/officeDocument/2006/relationships/slide" Target="/ppt/slides/slide9.xml" Id="Rc3476a77bacc45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4571183c7e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dc80d3a8b04a21" /><Relationship Type="http://schemas.openxmlformats.org/officeDocument/2006/relationships/notesMaster" Target="/ppt/notesMasters/notesMaster1.xml" Id="Rc71bff5a4963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8650a208949cc" /><Relationship Type="http://schemas.openxmlformats.org/officeDocument/2006/relationships/notesMaster" Target="/ppt/notesMasters/notesMaster1.xml" Id="Reacc7b5c1ec34f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7e5fea9711426e" /><Relationship Type="http://schemas.openxmlformats.org/officeDocument/2006/relationships/notesMaster" Target="/ppt/notesMasters/notesMaster1.xml" Id="Rab65b20dc6fc4c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5ef7075044359" /><Relationship Type="http://schemas.openxmlformats.org/officeDocument/2006/relationships/notesMaster" Target="/ppt/notesMasters/notesMaster1.xml" Id="Rf3a35884c006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24a46341204b85" /><Relationship Type="http://schemas.openxmlformats.org/officeDocument/2006/relationships/notesMaster" Target="/ppt/notesMasters/notesMaster1.xml" Id="R7b4d8c89132e45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efafb0a064fae" /><Relationship Type="http://schemas.openxmlformats.org/officeDocument/2006/relationships/notesMaster" Target="/ppt/notesMasters/notesMaster1.xml" Id="Rf6142a8b68cb46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efcfca52ac49ca" /><Relationship Type="http://schemas.openxmlformats.org/officeDocument/2006/relationships/notesMaster" Target="/ppt/notesMasters/notesMaster1.xml" Id="Ra6c6fa7c9f3746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5e09f599ac4a18" /><Relationship Type="http://schemas.openxmlformats.org/officeDocument/2006/relationships/notesMaster" Target="/ppt/notesMasters/notesMaster1.xml" Id="Radf967c7440d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ba54ba3077468f" /><Relationship Type="http://schemas.openxmlformats.org/officeDocument/2006/relationships/notesMaster" Target="/ppt/notesMasters/notesMaster1.xml" Id="R3b2e9ad986884d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FPT Problem Statement Final.pdf for the challenge framing and FPT/UAVS logos. MatchProof repository assets for the watch image. Team name from MatchProof_Round_1_Proposal.pdf.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problem description. FPT Problem Statement Final.pdf describes the merchant-side B2A challenge, semantic intention matching, and the need to decode complex, multi-constraint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supplied by the user. The outfit image is an illustrative project catalog asset from the H&amp;M competition sample; see data/README.md for non-commercial licensing limits. The deck does not represent this as a measured live query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implementation files src/extraction/intent.ts, src/embedding/gemini.ts, src/mcp/searchPipeline.ts, src/ranking/rank.ts, and src/server.ts. Diagram is editable. Gemini model names and sqlite-vec reflect the current repository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src/ranking/rank.ts. The repository ranks eligible items by preferred matches and vector similarity, while mandatory-condition failures remain secondary results. Product image is an illustrative local demo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src/server.ts, src/mcp/format.ts, and src/mcp/ui/productResults.ts. The response shown is illustrative, not a captured live transaction. Current transport is MCP JSON-RPC over stdio.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solution framing and repository architecture. These are expected merchant benefits and hypotheses for a pilot, not measured commercial outcomes. FPT Problem Statement Final.pdf identifies intention accuracy, technical architecture, and business value as evaluation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task.md, package.json, and current source tree. TypeScript tsc --noEmit passed on 13 Sep 2026. The local demo-catalog test currently stops because data/electronics/dress_watches_catalog.json is missing; the deck discloses this in small text rather than claiming all tests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Pilot scope is a proposal based on the current repository boundaries and the FPT challenge brief. No commercial performance claims are made. Suggested close: ask FPT for a single-category pilot catalog and an integration counterpart.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b838073da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15ec52f3ea4dc1" /><Relationship Type="http://schemas.openxmlformats.org/officeDocument/2006/relationships/slideLayout" Target="/ppt/slideLayouts/slideLayout1.xml" Id="R130d57b902d242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d57b902d242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02dac6bc54801" /><Relationship Type="http://schemas.openxmlformats.org/officeDocument/2006/relationships/image" Target="/ppt/media/image.png" Id="R9595325161c84e31" /><Relationship Type="http://schemas.openxmlformats.org/officeDocument/2006/relationships/image" Target="/ppt/media/image2.png" Id="R3d612c74f95244de" /><Relationship Type="http://schemas.openxmlformats.org/officeDocument/2006/relationships/image" Target="/ppt/media/image3.png" Id="R82a1eea16cf84369" /><Relationship Type="http://schemas.openxmlformats.org/officeDocument/2006/relationships/notesSlide" Target="/ppt/notesSlides/notesSlide1.xml" Id="R3cba317a20b6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1cdb0345e4c9d" /><Relationship Type="http://schemas.openxmlformats.org/officeDocument/2006/relationships/notesSlide" Target="/ppt/notesSlides/notesSlide2.xml" Id="Rfc97c6dad206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3589abf24aa0" /><Relationship Type="http://schemas.openxmlformats.org/officeDocument/2006/relationships/image" Target="/ppt/media/image.jpeg" Id="R5ef063dd8d374dbe" /><Relationship Type="http://schemas.openxmlformats.org/officeDocument/2006/relationships/notesSlide" Target="/ppt/notesSlides/notesSlide3.xml" Id="Rb51d8c1a0f33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483042ca9415e" /><Relationship Type="http://schemas.openxmlformats.org/officeDocument/2006/relationships/notesSlide" Target="/ppt/notesSlides/notesSlide4.xml" Id="R2b116409e5a140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60cd4680542cc" /><Relationship Type="http://schemas.openxmlformats.org/officeDocument/2006/relationships/image" Target="/ppt/media/image4.png" Id="R33cb4f5148c0404f" /><Relationship Type="http://schemas.openxmlformats.org/officeDocument/2006/relationships/notesSlide" Target="/ppt/notesSlides/notesSlide5.xml" Id="Re15ba017262e41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70c9471114d56" /><Relationship Type="http://schemas.openxmlformats.org/officeDocument/2006/relationships/image" Target="/ppt/media/image5.png" Id="R9995931873cb413c" /><Relationship Type="http://schemas.openxmlformats.org/officeDocument/2006/relationships/notesSlide" Target="/ppt/notesSlides/notesSlide6.xml" Id="R1d5e914104214e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ae897d5df410c" /><Relationship Type="http://schemas.openxmlformats.org/officeDocument/2006/relationships/notesSlide" Target="/ppt/notesSlides/notesSlide7.xml" Id="Rf649dd98d09a4c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5a0e04c0489e" /><Relationship Type="http://schemas.openxmlformats.org/officeDocument/2006/relationships/notesSlide" Target="/ppt/notesSlides/notesSlide8.xml" Id="R6c6b99be766643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fe203c5c049dc" /><Relationship Type="http://schemas.openxmlformats.org/officeDocument/2006/relationships/notesSlide" Target="/ppt/notesSlides/notesSlide9.xml" Id="R4bac8065bfde4d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5325161c84e31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7998D-97A8-4E28-82C3-2E677AA1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8F7F3"/>
              </a:gs>
              <a:gs pos="100000">
                <a:srgbClr val="F8F7F3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7830B-2EF8-47B1-8DA0-DEF04E76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60D39-88E4-47FF-9E96-1645FD3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34B3D-17D0-408A-8543-AC7A64C0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MATCHPROOF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3F1C6-C1F7-4696-878F-47AB3A86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619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Product discovery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that understands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36A4F-861B-4250-BE5A-EF4B96CA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 merchant-side search pipeline for FPT ecommerce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9A6FC-5D81-4ACC-B404-167F3BAD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5B1C9F-2DF1-479A-AC6B-77294C5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Team Mát nét   ·   UAVS Hackathon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C37CA-78BE-4008-B48E-4CC5DA40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257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2c74f95244de"/>
          <a:stretch xmlns:a="http://schemas.openxmlformats.org/drawingml/2006/main"/>
        </p:blipFill>
        <p:spPr>
          <a:xfrm xmlns:a="http://schemas.openxmlformats.org/drawingml/2006/main">
            <a:off x="952500" y="6010275"/>
            <a:ext cx="723900" cy="457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E7FEA-E66E-4548-A72D-7A10655C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62650"/>
            <a:ext cx="1257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1eea16cf84369"/>
          <a:stretch xmlns:a="http://schemas.openxmlformats.org/drawingml/2006/main"/>
        </p:blipFill>
        <p:spPr>
          <a:xfrm xmlns:a="http://schemas.openxmlformats.org/drawingml/2006/main">
            <a:off x="2395105" y="6048375"/>
            <a:ext cx="658091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817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3D1AD-65F7-4EFD-9EE1-B1CAD280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DF1A-D8AD-4F9C-B858-8BA23714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88D8E-9395-4AD6-ACCB-09024343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Product search stops at the catalog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F14C5-C98A-4E78-9DB4-72E29E18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966EE-2D09-4168-A0A4-D8C905B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D985-9A0E-40ED-99AF-7F52E78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WHAT MERCHANTS EXPOSE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87C2A-71C3-45CA-891A-28089665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Text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F63D0-1830-4979-85E0-11A3AF9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Works when the buyer uses the same words as the catalog.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B4318-29E8-4BAE-AA81-8C36B056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2A5E1-A9CF-4A57-8CA5-B41B6C10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Image 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A2494-5064-4D76-B6DF-DFBE91F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Works only when visual meaning has been captured in metadata or a compatible visual index.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63F78-9C08-4D71-AB07-D70C9AA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381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E14F2-4440-420A-B93A-E68BD564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WHAT AGENTS ACTUALLY 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41992-6673-483B-A625-2739BE4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“Here is what I’m wearing. Find a smartwatch that suits it for a wedding.”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80D4C-32E9-4A9C-B565-921316A5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answer depends on the image, the occasion, the requested product type, and the merchant’s actual inventory.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84F4C-5840-4E5E-8626-CCFADD7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Today, those signals rarely meet in one retrieval path.</a:t>
            </a:r>
          </a:p>
        </p:txBody>
      </p:sp>
    </p:spTree>
    <p:extLst>
      <p:ext uri="{BB962C8B-B14F-4D97-AF65-F5344CB8AC3E}">
        <p14:creationId xmlns:p14="http://schemas.microsoft.com/office/powerpoint/2010/main" val="761108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BA620-091B-4E35-AE0F-1D7B63C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9385C-491C-4652-AFAF-E6AFE30C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4468A-E9D6-4A59-B5D0-6977D6F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One request carries two kinds of intent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66529-E3A9-4FBA-A4E7-0D22348B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6D4C9-29AF-4903-965C-27D2B2D2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063dd8d374dbe"/>
          <a:srcRect xmlns:a="http://schemas.openxmlformats.org/drawingml/2006/main" l="3454" t="0" r="34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3333750" cy="44196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BF6D6-2D7D-4286-A7CE-FD16E59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87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64CBD-2C31-4084-9D3B-2149E836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01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REFERENCE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A4BBB-B26B-433A-A011-F82DC472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66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8ECEC-B817-455E-AE44-FF4F526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6850"/>
            <a:ext cx="6096000" cy="232410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51E99-59B5-4746-ACB7-DCCA0650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381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“Find a smartwatch that looks right with this outfit at a wedding. Keep it understated and suitable for all-day wear.”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A79F-E8AC-44D9-9A21-3F034B38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7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The image supplies visual style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5F767-7D07-433A-8836-BFD13630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86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The text supplies product type, occasion, and preferences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3D92D-B5F5-4A0F-9094-F8FE329A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0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MatchProof combines both before searching.</a:t>
            </a:r>
          </a:p>
        </p:txBody>
      </p:sp>
    </p:spTree>
    <p:extLst>
      <p:ext uri="{BB962C8B-B14F-4D97-AF65-F5344CB8AC3E}">
        <p14:creationId xmlns:p14="http://schemas.microsoft.com/office/powerpoint/2010/main" val="762699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369773-E2C8-4A81-8FCA-ABFF0013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F819-648D-4CBF-8DF8-DAFB62F5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6E39-F1AF-4051-BDAC-4D7750A3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Merchant-side multimodal retrieval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FFD4-8359-44DA-A8E3-526ECA1A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D1ADC-0943-4399-B3A0-FF11B4F7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BC06B-090E-45F1-9D9F-3323478D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CATALOG PREPARATION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93BD-D454-4323-A6CA-3F1DA9D1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Product image</a:t>
            </a:r>
          </a:p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+ existing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0D9D7-1712-451E-8139-39F672AA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Gemini multimodal</a:t>
            </a:r>
          </a:p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02AA1-86CF-4FED-A580-02A7624B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Shared vector index</a:t>
            </a:r>
          </a:p>
          <a:p xmlns:a="http://schemas.openxmlformats.org/drawingml/2006/main">
            <a:pPr algn="ctr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(sqlite-vec)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20764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97824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20764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9782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285BF-0761-478E-AF99-318FBCAE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Image meaning no longer depends only on merchant-authored visual tags.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45029-0BBF-45FE-8D17-45FBCC3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LIVE AGENT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EC3CD-AB06-4B2E-9F2B-6D3E1D90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MCP call</a:t>
            </a:r>
          </a:p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image + 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133F2-1924-4565-A481-A4B7A362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LLM intent</a:t>
            </a:r>
          </a:p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53C4C-890F-4EB8-AEE4-19A2654E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3A12C-D6B9-4465-9E3D-7B4404F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Retrieve +</a:t>
            </a:r>
          </a:p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87AF1-90FE-46DE-9515-1284082A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66B3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Ranked result</a:t>
            </a:r>
          </a:p>
          <a:p xmlns:a="http://schemas.openxmlformats.org/drawingml/2006/main">
            <a:pPr algn="ctr">
              <a:def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with evidence</a:t>
            </a:r>
          </a:p>
        </p:txBody>
      </p: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49555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B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72440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B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5325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B3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8210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B3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53FB8-A802-4898-8866-93F7965F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Intent is rewritten before retrieval, then mandatory conditions gate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1489736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885B0-87B2-4B4D-AC5D-C2DF8B41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25191-7D5D-4932-8187-D5E4B241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498EC-E69C-44DD-8239-CDCEA8CA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Relevance and eligibility serve different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D861E-8A47-431A-A939-A8EE05C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E6ADC-D71A-4EEB-B0E8-63321BFA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b4f5148c040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9065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D36A9-CC6E-48C6-9B65-DA03706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1A0D1-D7F0-411A-9506-B45EE6FD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Find visually and semantically close candidates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0858C-B33E-4C11-B74E-0B79814C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FE7A8-58FD-4034-ABFB-8B67A8C0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90650"/>
            <a:ext cx="62103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76D5F-F423-4C6A-AA99-D40E8C2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9ECAA-929C-4322-B843-06462FC9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Mandatory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CEE57-BFD1-404E-8B08-8D0EB43D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Correct product type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Fits the occasion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Within any hard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4B9CF-5A9C-4E73-89C1-BF71C3D3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90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1B665-CDD3-4FEB-A277-887CB04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Preferred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0C091-9D91-4D53-A3D5-15012564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Understated styling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Dark face or strap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Comfort for all-day wear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AE6E41-704F-4C81-B127-3EEBBFBE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A highly similar item can still be rejected when it fails a mandatory condition.</a:t>
            </a:r>
          </a:p>
        </p:txBody>
      </p:sp>
    </p:spTree>
    <p:extLst>
      <p:ext uri="{BB962C8B-B14F-4D97-AF65-F5344CB8AC3E}">
        <p14:creationId xmlns:p14="http://schemas.microsoft.com/office/powerpoint/2010/main" val="2021746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EC4C3-3209-4114-A68B-DB08D618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C1CEE-345A-4ECB-80E2-0EDA890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269E0-2EAC-4CEE-B53F-94BAC534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The interface today is 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1D046-B60E-4A0B-970A-DFE2A012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B68DB-B7E6-41AC-8B43-9A87E190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34817-6351-41F5-A88C-19ABEE73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Buyer agents call a merchant tool and receive structured results they can inspect, compare, and continue from.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5931873cb413c"/>
          <a:srcRect xmlns:a="http://schemas.openxmlformats.org/drawingml/2006/main" l="5128" t="0" r="5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66900"/>
            <a:ext cx="3333750" cy="37147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F2CBB-D5E4-4A8B-8497-C95875E1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70675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B526A-C753-4A43-91E3-BCE9699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ILLUSTRATIVE TOOL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FE4E4-5888-4138-80A1-09607E8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1CB9D-314F-440C-9BF0-45C4494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rPr>
              <a:t>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7577A-8ED4-49D8-8506-4C7FC84D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top_result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1D9FC-ABB5-4364-B1AD-2FA8D52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formal smartwatch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D07EB-FBF1-4996-8BF6-C93AFC33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why_match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57113-6C8D-40A8-B746-ED944FF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formal styling aligns with the reference outfit and wedding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240E7-6F06-4856-96AB-5D422CB6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A7208-E180-47AB-837A-0EF843AC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per-condition outcomes, source metadata, similarity, near misses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F0072-018C-48CE-898D-8687DFB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next_action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0045D-75CA-47D5-9A27-B5200475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clarify, bundle, or pass the selected product to commerce APIs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4FBE4-A159-4379-B635-3757E1E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Same decision payload powers the inline product-card view.</a:t>
            </a:r>
          </a:p>
        </p:txBody>
      </p:sp>
    </p:spTree>
    <p:extLst>
      <p:ext uri="{BB962C8B-B14F-4D97-AF65-F5344CB8AC3E}">
        <p14:creationId xmlns:p14="http://schemas.microsoft.com/office/powerpoint/2010/main" val="1475258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CF5E9-29F8-4670-8566-4A7D4203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9228D-3DBF-4FFD-95B3-7C6F1977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5E590-FCE4-4160-9AD3-F590466C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What this gives an FPT retail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1C83F-173A-4C4B-921A-5CA96A5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B06FF-5A63-49AA-8C54-B58C4FD1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9A23F5-05DA-40B4-927A-8BE1C37C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6D18-8B8E-4949-BB38-F49A59F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More inventory becomes discoverable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3007B-F2AA-4F1D-80FB-B6CE042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image contributes meaning directly, reducing reliance on manually authored visual descriptors for every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D947-E3D2-4877-9D2D-12A27DB0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C3EF-290A-4B56-A2B4-E6388E83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1A41C-CF12-4FE1-B948-856536C0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Recommendations become easier to 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D9A75-A52B-4072-AB84-2F9CD2E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response shows why an item matched and keeps mandatory failures visible as near misses instead of hiding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3B306-E853-4B7C-B2E3-91B6855C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2C3F1-5580-47C7-AD36-C35CD566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D0E5E-D82F-4B9D-B8A4-C3DD956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One merchant layer can serve many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F8C1E-F4BB-43D8-BB99-0FBBA05B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MCP exposes the capability today. Commerce adapters can connect the same pipeline to future agent protocols and channels.</a:t>
            </a:r>
          </a:p>
        </p:txBody>
      </p:sp>
    </p:spTree>
    <p:extLst>
      <p:ext uri="{BB962C8B-B14F-4D97-AF65-F5344CB8AC3E}">
        <p14:creationId xmlns:p14="http://schemas.microsoft.com/office/powerpoint/2010/main" val="15103930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3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334D8-3C62-4F0E-8EA0-F25CAD9E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1FF1F-C5FE-4BA0-8594-2F694066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5D976-D8E1-4825-8E15-CE8DC4B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Prototype scope and production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EF3FC-AF5F-46E8-B459-B190B8D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33504-DB7B-47B2-8156-C70AFC7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37FF9-BA9A-4EA3-98A3-23F4855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IMPLEMENTED IN THE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87B6D-0B9F-4DCC-97D2-D53127DB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TypeScript 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3CFA7-8EBD-4513-8E67-7AA13CAA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Structured intent extraction with clarification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8FAA8D-2E72-4046-AC74-61CBF709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Gemini image + text embeddings with sqlite-vec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1AC52-066A-4E9F-827E-79A9988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Mandatory and preferred checks with explainable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747E4-B7F6-41B8-8005-31721B4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Search, matching, complement, bundle, and clarification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52692-ADBE-4F73-9A84-C102D26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Inline MCP product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2C1AD-4A3F-4473-B7A8-47516C85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257300"/>
            <a:ext cx="381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5480B-C49E-49F2-A87B-22299FAC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PRODUCTION WORK REMAINING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22EE7-8AFA-4096-9863-105EAA5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Live merchant catalog sync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82603-39B9-45FF-B621-3B7C69C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Tenant isolation, durable sessions, and operational 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884D7-4F90-4B3B-91AC-13909D20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Availability and price revalidation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4DE89-70E3-41F0-AFA7-4AF6C4DC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Checkout or order creation integration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259DD-41D6-4C20-9CBA-DEA30DA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Evaluation on a real retail catalog and real agent traffic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0C7F0-8A9A-434B-A6F2-F5D4525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95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Demo hardening: refresh fixtures and complete the end-to-end rehearsal.</a:t>
            </a:r>
          </a:p>
        </p:txBody>
      </p:sp>
    </p:spTree>
    <p:extLst>
      <p:ext uri="{BB962C8B-B14F-4D97-AF65-F5344CB8AC3E}">
        <p14:creationId xmlns:p14="http://schemas.microsoft.com/office/powerpoint/2010/main" val="8853968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98266-6EAD-4BB9-8605-8F3C51D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F9A91-D421-440E-B56F-615027E1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8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CBA35-F3FE-4C6C-9619-803B9FCA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A focused FPT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FACFE-A665-4E08-BEEC-1D799E1C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Prove the pipeline on one high-intent retail category with a real catalog and a defined query set.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1BFCD-63B6-4B6E-94CE-F0E1B75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DCDEA-2673-4868-BEDB-C825E5B5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3FE25-7148-4F6D-8C36-6F89ED7C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942FC-5A7D-41EB-82E5-FA0F35B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421F-B659-441E-8495-95C4AEE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2805D-7E70-4345-AD34-603DCF5C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Map product images and existing catalog fields into the merchant index.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A18DF-464B-47E0-A9D5-48C1149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9782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785DE-F682-4205-95C1-0421D5D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265DA-5D64-4CA5-8867-68CABB0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Test complex agent requests, failure cases, and useful abstentions.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D0D1F-E330-43F6-82D7-87A38DE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9E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C9E5B-B11E-410B-8249-773000C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Integrate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EF325-0021-4270-AD0B-A708CA9A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Add live availability, price checks, and a handoff to checkout.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24250" y="35147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6B3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35147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97824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36609-C460-4E66-A0BA-A063D87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What we need from FPT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1E6AA1-FFC7-4F81-9569-BC78DFB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A sample merchant catalog, an integration owner, and agreed success criteria for agent recommendations.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AE756-6FC2-431A-88D3-EEDB61A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66B3"/>
                </a:solidFill>
                <a:latin typeface="Helvetica Neue"/>
                <a:ea typeface="Helvetica Neue"/>
                <a:cs typeface="Helvetica Neue"/>
              </a:rPr>
              <a:t>TEAM MÁT NÉT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7ADD6-F164-4502-96C0-B625F659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2A3B"/>
                </a:solidFill>
                <a:latin typeface="Helvetica Neue"/>
                <a:ea typeface="Helvetica Neue"/>
                <a:cs typeface="Helvetica Neue"/>
              </a:rPr>
              <a:t>MATCHPROOF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315CA3-FCFD-4AA5-AF38-C125759A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86E47-C574-4F21-B1E0-872025E7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0909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8394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2026-09-13T05:07:29.7320000Z</dcterms:created>
  <dcterms:modified xsi:type="dcterms:W3CDTF">2026-09-13T05:07:29.7330000Z</dcterms:modified>
</coreProperties>
</file>